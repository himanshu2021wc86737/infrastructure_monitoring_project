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Linux Infrastructure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M.Tech Project</a:t>
            </a:r>
          </a:p>
          <a:p>
            <a:pPr>
              <a:spcAft>
                <a:spcPts val="1000"/>
              </a:spcAft>
              <a:defRPr sz="2200"/>
            </a:pPr>
            <a:r>
              <a:t>Python + Flask + HTML/CSS/JavaScript + SQLite</a:t>
            </a:r>
          </a:p>
          <a:p>
            <a:pPr>
              <a:spcAft>
                <a:spcPts val="1000"/>
              </a:spcAft>
              <a:defRPr sz="2200"/>
            </a:pPr>
            <a:r>
              <a:t>Centralized server health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Manual health checks across many Linux servers are time-consuming</a:t>
            </a:r>
          </a:p>
          <a:p>
            <a:pPr>
              <a:spcAft>
                <a:spcPts val="1000"/>
              </a:spcAft>
              <a:defRPr sz="2200"/>
            </a:pPr>
            <a:r>
              <a:t>Issues can be detected late</a:t>
            </a:r>
          </a:p>
          <a:p>
            <a:pPr>
              <a:spcAft>
                <a:spcPts val="1000"/>
              </a:spcAft>
              <a:defRPr sz="2200"/>
            </a:pPr>
            <a:r>
              <a:t>No single consolidated health view</a:t>
            </a:r>
          </a:p>
          <a:p>
            <a:pPr>
              <a:spcAft>
                <a:spcPts val="1000"/>
              </a:spcAft>
              <a:defRPr sz="2200"/>
            </a:pPr>
            <a:r>
              <a:t>Need centralized monitoring and alerting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Monitor CPU, RAM, disk, load and uptime</a:t>
            </a:r>
          </a:p>
          <a:p>
            <a:pPr>
              <a:spcAft>
                <a:spcPts val="1000"/>
              </a:spcAft>
              <a:defRPr sz="2200"/>
            </a:pPr>
            <a:r>
              <a:t>Centralize server health</a:t>
            </a:r>
          </a:p>
          <a:p>
            <a:pPr>
              <a:spcAft>
                <a:spcPts val="1000"/>
              </a:spcAft>
              <a:defRPr sz="2200"/>
            </a:pPr>
            <a:r>
              <a:t>Generate threshold-based alerts</a:t>
            </a:r>
          </a:p>
          <a:p>
            <a:pPr>
              <a:spcAft>
                <a:spcPts val="1000"/>
              </a:spcAft>
              <a:defRPr sz="2200"/>
            </a:pPr>
            <a:r>
              <a:t>Maintain historical metrics</a:t>
            </a:r>
          </a:p>
          <a:p>
            <a:pPr>
              <a:spcAft>
                <a:spcPts val="1000"/>
              </a:spcAft>
              <a:defRPr sz="2200"/>
            </a:pPr>
            <a:r>
              <a:t>Provide browser-based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Linux Server → Monitoring Agent → REST API → Database → Dashboard</a:t>
            </a:r>
          </a:p>
          <a:p>
            <a:pPr>
              <a:spcAft>
                <a:spcPts val="1000"/>
              </a:spcAft>
              <a:defRPr sz="2200"/>
            </a:pPr>
            <a:r>
              <a:t>Lightweight Python agent</a:t>
            </a:r>
          </a:p>
          <a:p>
            <a:pPr>
              <a:spcAft>
                <a:spcPts val="1000"/>
              </a:spcAft>
              <a:defRPr sz="2200"/>
            </a:pPr>
            <a:r>
              <a:t>Flask backend</a:t>
            </a:r>
          </a:p>
          <a:p>
            <a:pPr>
              <a:spcAft>
                <a:spcPts val="1000"/>
              </a:spcAft>
              <a:defRPr sz="2200"/>
            </a:pPr>
            <a:r>
              <a:t>SQLite storage</a:t>
            </a:r>
          </a:p>
          <a:p>
            <a:pPr>
              <a:spcAft>
                <a:spcPts val="1000"/>
              </a:spcAft>
              <a:defRPr sz="2200"/>
            </a:pPr>
            <a:r>
              <a:t>HTML/CSS/JS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Monitoring Agent</a:t>
            </a:r>
          </a:p>
          <a:p>
            <a:pPr>
              <a:spcAft>
                <a:spcPts val="1000"/>
              </a:spcAft>
              <a:defRPr sz="2200"/>
            </a:pPr>
            <a:r>
              <a:t>REST API</a:t>
            </a:r>
          </a:p>
          <a:p>
            <a:pPr>
              <a:spcAft>
                <a:spcPts val="1000"/>
              </a:spcAft>
              <a:defRPr sz="2200"/>
            </a:pPr>
            <a:r>
              <a:t>Database</a:t>
            </a:r>
          </a:p>
          <a:p>
            <a:pPr>
              <a:spcAft>
                <a:spcPts val="1000"/>
              </a:spcAft>
              <a:defRPr sz="2200"/>
            </a:pPr>
            <a:r>
              <a:t>Health Evaluation Engine</a:t>
            </a:r>
          </a:p>
          <a:p>
            <a:pPr>
              <a:spcAft>
                <a:spcPts val="1000"/>
              </a:spcAft>
              <a:defRPr sz="2200"/>
            </a:pPr>
            <a:r>
              <a:t>Alert Module</a:t>
            </a:r>
          </a:p>
          <a:p>
            <a:pPr>
              <a:spcAft>
                <a:spcPts val="1000"/>
              </a:spcAft>
              <a:defRPr sz="2200"/>
            </a:pPr>
            <a:r>
              <a:t>Web Dashboard</a:t>
            </a:r>
          </a:p>
          <a:p>
            <a:pPr>
              <a:spcAft>
                <a:spcPts val="1000"/>
              </a:spcAft>
              <a:defRPr sz="2200"/>
            </a:pPr>
            <a:r>
              <a:t>Simulation/Test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Healthy: maximum resource &lt; 80%</a:t>
            </a:r>
          </a:p>
          <a:p>
            <a:pPr>
              <a:spcAft>
                <a:spcPts val="1000"/>
              </a:spcAft>
              <a:defRPr sz="2200"/>
            </a:pPr>
            <a:r>
              <a:t>Warning: 80% to &lt; 90%</a:t>
            </a:r>
          </a:p>
          <a:p>
            <a:pPr>
              <a:spcAft>
                <a:spcPts val="1000"/>
              </a:spcAft>
              <a:defRPr sz="2200"/>
            </a:pPr>
            <a:r>
              <a:t>Critical: ≥ 90%</a:t>
            </a:r>
          </a:p>
          <a:p>
            <a:pPr>
              <a:spcAft>
                <a:spcPts val="1000"/>
              </a:spcAft>
              <a:defRPr sz="2200"/>
            </a:pPr>
            <a:r>
              <a:t>Health score is a project-defined operational indicator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Total server count</a:t>
            </a:r>
          </a:p>
          <a:p>
            <a:pPr>
              <a:spcAft>
                <a:spcPts val="1000"/>
              </a:spcAft>
              <a:defRPr sz="2200"/>
            </a:pPr>
            <a:r>
              <a:t>Healthy / Warning / Critical counts</a:t>
            </a:r>
          </a:p>
          <a:p>
            <a:pPr>
              <a:spcAft>
                <a:spcPts val="1000"/>
              </a:spcAft>
              <a:defRPr sz="2200"/>
            </a:pPr>
            <a:r>
              <a:t>CPU, RAM and Disk</a:t>
            </a:r>
          </a:p>
          <a:p>
            <a:pPr>
              <a:spcAft>
                <a:spcPts val="1000"/>
              </a:spcAft>
              <a:defRPr sz="2200"/>
            </a:pPr>
            <a:r>
              <a:t>Health score</a:t>
            </a:r>
          </a:p>
          <a:p>
            <a:pPr>
              <a:spcAft>
                <a:spcPts val="1000"/>
              </a:spcAft>
              <a:defRPr sz="2200"/>
            </a:pPr>
            <a:r>
              <a:t>Recent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Local metric collection</a:t>
            </a:r>
          </a:p>
          <a:p>
            <a:pPr>
              <a:spcAft>
                <a:spcPts val="1000"/>
              </a:spcAft>
              <a:defRPr sz="2200"/>
            </a:pPr>
            <a:r>
              <a:t>Multi-server simulation</a:t>
            </a:r>
          </a:p>
          <a:p>
            <a:pPr>
              <a:spcAft>
                <a:spcPts val="1000"/>
              </a:spcAft>
              <a:defRPr sz="2200"/>
            </a:pPr>
            <a:r>
              <a:t>Threshold validation</a:t>
            </a:r>
          </a:p>
          <a:p>
            <a:pPr>
              <a:spcAft>
                <a:spcPts val="1000"/>
              </a:spcAft>
              <a:defRPr sz="2200"/>
            </a:pPr>
            <a:r>
              <a:t>REST payload validation</a:t>
            </a:r>
          </a:p>
          <a:p>
            <a:pPr>
              <a:spcAft>
                <a:spcPts val="1000"/>
              </a:spcAft>
              <a:defRPr sz="2200"/>
            </a:pPr>
            <a:r>
              <a:t>Persistent SQLite data</a:t>
            </a:r>
          </a:p>
          <a:p>
            <a:pPr>
              <a:spcAft>
                <a:spcPts val="1000"/>
              </a:spcAft>
              <a:defRPr sz="2200"/>
            </a:pPr>
            <a:r>
              <a:t>Remote Linux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PostgreSQL/TimescaleDB</a:t>
            </a:r>
          </a:p>
          <a:p>
            <a:pPr>
              <a:spcAft>
                <a:spcPts val="1000"/>
              </a:spcAft>
              <a:defRPr sz="2200"/>
            </a:pPr>
            <a:r>
              <a:t>Authentication and TLS</a:t>
            </a:r>
          </a:p>
          <a:p>
            <a:pPr>
              <a:spcAft>
                <a:spcPts val="1000"/>
              </a:spcAft>
              <a:defRPr sz="2200"/>
            </a:pPr>
            <a:r>
              <a:t>Email/Teams alerts</a:t>
            </a:r>
          </a:p>
          <a:p>
            <a:pPr>
              <a:spcAft>
                <a:spcPts val="1000"/>
              </a:spcAft>
              <a:defRPr sz="2200"/>
            </a:pPr>
            <a:r>
              <a:t>URL and TCP monitoring</a:t>
            </a:r>
          </a:p>
          <a:p>
            <a:pPr>
              <a:spcAft>
                <a:spcPts val="1000"/>
              </a:spcAft>
              <a:defRPr sz="2200"/>
            </a:pPr>
            <a:r>
              <a:t>Anomaly detection</a:t>
            </a:r>
          </a:p>
          <a:p>
            <a:pPr>
              <a:spcAft>
                <a:spcPts val="1000"/>
              </a:spcAft>
              <a:defRPr sz="2200"/>
            </a:pPr>
            <a:r>
              <a:t>Disk growth forecasting</a:t>
            </a:r>
          </a:p>
          <a:p>
            <a:pPr>
              <a:spcAft>
                <a:spcPts val="1000"/>
              </a:spcAft>
              <a:defRPr sz="2200"/>
            </a:pPr>
            <a:r>
              <a:t>Ansible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Provides centralized Linux infrastructure visibility</a:t>
            </a:r>
          </a:p>
          <a:p>
            <a:pPr>
              <a:spcAft>
                <a:spcPts val="1000"/>
              </a:spcAft>
              <a:defRPr sz="2200"/>
            </a:pPr>
            <a:r>
              <a:t>Reduces repetitive manual checks</a:t>
            </a:r>
          </a:p>
          <a:p>
            <a:pPr>
              <a:spcAft>
                <a:spcPts val="1000"/>
              </a:spcAft>
              <a:defRPr sz="2200"/>
            </a:pPr>
            <a:r>
              <a:t>Extensible architecture for enterprise monitoring</a:t>
            </a:r>
          </a:p>
          <a:p>
            <a:pPr>
              <a:spcAft>
                <a:spcPts val="1000"/>
              </a:spcAft>
              <a:defRPr sz="2200"/>
            </a:pPr>
            <a:r>
              <a:t>Suitable foundation for predictive infrastructure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